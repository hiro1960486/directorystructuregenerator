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e58782cb574c22" /><Relationship Type="http://schemas.openxmlformats.org/officeDocument/2006/relationships/extended-properties" Target="/docProps/app.xml" Id="Rebe2bdf5d6004bfa" /><Relationship Type="http://schemas.openxmlformats.org/officeDocument/2006/relationships/officeDocument" Target="/ppt/presentation.xml" Id="R4d09d9f8c8af48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4938bcfa93427f"/>
  </p:sldMasterIdLst>
  <p:notesMasterIdLst>
    <p:notesMasterId xmlns:r="http://schemas.openxmlformats.org/officeDocument/2006/relationships" r:id="R523dd2ae2ef24a76"/>
  </p:notesMasterIdLst>
  <p:sldIdLst>
    <p:sldId xmlns:r="http://schemas.openxmlformats.org/officeDocument/2006/relationships" id="256" r:id="Rbe51f1178e5d4c63"/>
    <p:sldId xmlns:r="http://schemas.openxmlformats.org/officeDocument/2006/relationships" id="257" r:id="R30b5372bf28e4738"/>
    <p:sldId xmlns:r="http://schemas.openxmlformats.org/officeDocument/2006/relationships" id="258" r:id="R5895b00215e64409"/>
    <p:sldId xmlns:r="http://schemas.openxmlformats.org/officeDocument/2006/relationships" id="259" r:id="Rd9ed3fa4b3e34d3a"/>
    <p:sldId xmlns:r="http://schemas.openxmlformats.org/officeDocument/2006/relationships" id="260" r:id="R817185b19ac74543"/>
    <p:sldId xmlns:r="http://schemas.openxmlformats.org/officeDocument/2006/relationships" id="261" r:id="Rd807e4f49ac54a2c"/>
    <p:sldId xmlns:r="http://schemas.openxmlformats.org/officeDocument/2006/relationships" id="262" r:id="R7d553a3307ec4bf9"/>
    <p:sldId xmlns:r="http://schemas.openxmlformats.org/officeDocument/2006/relationships" id="263" r:id="Ra8b95ea5fe714b56"/>
    <p:sldId xmlns:r="http://schemas.openxmlformats.org/officeDocument/2006/relationships" id="264" r:id="Raaed204e530f437a"/>
    <p:sldId xmlns:r="http://schemas.openxmlformats.org/officeDocument/2006/relationships" id="265" r:id="R4930eb569ef7461d"/>
    <p:sldId xmlns:r="http://schemas.openxmlformats.org/officeDocument/2006/relationships" id="266" r:id="Rfcf4a38710c847e3"/>
    <p:sldId xmlns:r="http://schemas.openxmlformats.org/officeDocument/2006/relationships" id="267" r:id="Rf205bd7f59a74e01"/>
    <p:sldId xmlns:r="http://schemas.openxmlformats.org/officeDocument/2006/relationships" id="268" r:id="Re69f299c762c4f0f"/>
    <p:sldId xmlns:r="http://schemas.openxmlformats.org/officeDocument/2006/relationships" id="269" r:id="R82e514c5a34046c3"/>
    <p:sldId xmlns:r="http://schemas.openxmlformats.org/officeDocument/2006/relationships" id="270" r:id="Rf3f82db847194d31"/>
    <p:sldId xmlns:r="http://schemas.openxmlformats.org/officeDocument/2006/relationships" id="271" r:id="R4c485cfa39ef4ca5"/>
    <p:sldId xmlns:r="http://schemas.openxmlformats.org/officeDocument/2006/relationships" id="272" r:id="R20ef9acf84da47e7"/>
    <p:sldId xmlns:r="http://schemas.openxmlformats.org/officeDocument/2006/relationships" id="273" r:id="R612b92d70bbe47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c91ac694140ce" /><Relationship Type="http://schemas.openxmlformats.org/officeDocument/2006/relationships/slideMaster" Target="/ppt/slideMasters/slideMaster1.xml" Id="R524938bcfa93427f" /><Relationship Type="http://schemas.openxmlformats.org/officeDocument/2006/relationships/notesMaster" Target="/ppt/notesMasters/notesMaster1.xml" Id="R523dd2ae2ef24a76" /><Relationship Type="http://schemas.openxmlformats.org/officeDocument/2006/relationships/presProps" Target="/ppt/presProps.xml" Id="Re9e935f16b1f4995" /><Relationship Type="http://schemas.openxmlformats.org/officeDocument/2006/relationships/tableStyles" Target="/ppt/tableStyles.xml" Id="Rb97c69ddb6764ed9" /><Relationship Type="http://schemas.openxmlformats.org/officeDocument/2006/relationships/slide" Target="/ppt/slides/slide1.xml" Id="Rbe51f1178e5d4c63" /><Relationship Type="http://schemas.openxmlformats.org/officeDocument/2006/relationships/slide" Target="/ppt/slides/slide2.xml" Id="R30b5372bf28e4738" /><Relationship Type="http://schemas.openxmlformats.org/officeDocument/2006/relationships/slide" Target="/ppt/slides/slide3.xml" Id="R5895b00215e64409" /><Relationship Type="http://schemas.openxmlformats.org/officeDocument/2006/relationships/slide" Target="/ppt/slides/slide4.xml" Id="Rd9ed3fa4b3e34d3a" /><Relationship Type="http://schemas.openxmlformats.org/officeDocument/2006/relationships/slide" Target="/ppt/slides/slide5.xml" Id="R817185b19ac74543" /><Relationship Type="http://schemas.openxmlformats.org/officeDocument/2006/relationships/slide" Target="/ppt/slides/slide6.xml" Id="Rd807e4f49ac54a2c" /><Relationship Type="http://schemas.openxmlformats.org/officeDocument/2006/relationships/slide" Target="/ppt/slides/slide7.xml" Id="R7d553a3307ec4bf9" /><Relationship Type="http://schemas.openxmlformats.org/officeDocument/2006/relationships/slide" Target="/ppt/slides/slide8.xml" Id="Ra8b95ea5fe714b56" /><Relationship Type="http://schemas.openxmlformats.org/officeDocument/2006/relationships/slide" Target="/ppt/slides/slide9.xml" Id="Raaed204e530f437a" /><Relationship Type="http://schemas.openxmlformats.org/officeDocument/2006/relationships/slide" Target="/ppt/slides/slide10.xml" Id="R4930eb569ef7461d" /><Relationship Type="http://schemas.openxmlformats.org/officeDocument/2006/relationships/slide" Target="/ppt/slides/slide11.xml" Id="Rfcf4a38710c847e3" /><Relationship Type="http://schemas.openxmlformats.org/officeDocument/2006/relationships/slide" Target="/ppt/slides/slide12.xml" Id="Rf205bd7f59a74e01" /><Relationship Type="http://schemas.openxmlformats.org/officeDocument/2006/relationships/slide" Target="/ppt/slides/slide13.xml" Id="Re69f299c762c4f0f" /><Relationship Type="http://schemas.openxmlformats.org/officeDocument/2006/relationships/slide" Target="/ppt/slides/slide14.xml" Id="R82e514c5a34046c3" /><Relationship Type="http://schemas.openxmlformats.org/officeDocument/2006/relationships/slide" Target="/ppt/slides/slide15.xml" Id="Rf3f82db847194d31" /><Relationship Type="http://schemas.openxmlformats.org/officeDocument/2006/relationships/slide" Target="/ppt/slides/slide16.xml" Id="R4c485cfa39ef4ca5" /><Relationship Type="http://schemas.openxmlformats.org/officeDocument/2006/relationships/slide" Target="/ppt/slides/slide17.xml" Id="R20ef9acf84da47e7" /><Relationship Type="http://schemas.openxmlformats.org/officeDocument/2006/relationships/slide" Target="/ppt/slides/slide18.xml" Id="R612b92d70bbe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eeb3d2275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74e1cfcb774aa8" /><Relationship Type="http://schemas.openxmlformats.org/officeDocument/2006/relationships/notesMaster" Target="/ppt/notesMasters/notesMaster1.xml" Id="R5e90dab0fe09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dfbbca45240e8" /><Relationship Type="http://schemas.openxmlformats.org/officeDocument/2006/relationships/notesMaster" Target="/ppt/notesMasters/notesMaster1.xml" Id="R5e50c82b52a3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4d25b7b97441c" /><Relationship Type="http://schemas.openxmlformats.org/officeDocument/2006/relationships/notesMaster" Target="/ppt/notesMasters/notesMaster1.xml" Id="Rd9a24c8ad59e48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2d10c19d54656" /><Relationship Type="http://schemas.openxmlformats.org/officeDocument/2006/relationships/notesMaster" Target="/ppt/notesMasters/notesMaster1.xml" Id="Rbd83953c9fb8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1383c4f26d49c8" /><Relationship Type="http://schemas.openxmlformats.org/officeDocument/2006/relationships/notesMaster" Target="/ppt/notesMasters/notesMaster1.xml" Id="R0a544384cbab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9c0222adc547d9" /><Relationship Type="http://schemas.openxmlformats.org/officeDocument/2006/relationships/notesMaster" Target="/ppt/notesMasters/notesMaster1.xml" Id="R203f73f3048041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024fc1f7df48b8" /><Relationship Type="http://schemas.openxmlformats.org/officeDocument/2006/relationships/notesMaster" Target="/ppt/notesMasters/notesMaster1.xml" Id="R6c329f5f916e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127bf166a4c87" /><Relationship Type="http://schemas.openxmlformats.org/officeDocument/2006/relationships/notesMaster" Target="/ppt/notesMasters/notesMaster1.xml" Id="Rc9a4494a40124e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784c44a4614235" /><Relationship Type="http://schemas.openxmlformats.org/officeDocument/2006/relationships/notesMaster" Target="/ppt/notesMasters/notesMaster1.xml" Id="Re21686c25c25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c2be96b104c8f" /><Relationship Type="http://schemas.openxmlformats.org/officeDocument/2006/relationships/notesMaster" Target="/ppt/notesMasters/notesMaster1.xml" Id="R931256db6c5a4d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974d7394ad4f72" /><Relationship Type="http://schemas.openxmlformats.org/officeDocument/2006/relationships/notesMaster" Target="/ppt/notesMasters/notesMaster1.xml" Id="Rf84e923262464b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a5c165eb3a418a" /><Relationship Type="http://schemas.openxmlformats.org/officeDocument/2006/relationships/notesMaster" Target="/ppt/notesMasters/notesMaster1.xml" Id="Rbbebecc3fcd44a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e62b369863464a" /><Relationship Type="http://schemas.openxmlformats.org/officeDocument/2006/relationships/notesMaster" Target="/ppt/notesMasters/notesMaster1.xml" Id="R89b6e933ea0944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b6c019d9bb4429" /><Relationship Type="http://schemas.openxmlformats.org/officeDocument/2006/relationships/notesMaster" Target="/ppt/notesMasters/notesMaster1.xml" Id="Ra0384ec15f7941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7f91bef64642a7" /><Relationship Type="http://schemas.openxmlformats.org/officeDocument/2006/relationships/notesMaster" Target="/ppt/notesMasters/notesMaster1.xml" Id="R0660c9cdb4e645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0e022047694c6d" /><Relationship Type="http://schemas.openxmlformats.org/officeDocument/2006/relationships/notesMaster" Target="/ppt/notesMasters/notesMaster1.xml" Id="R87703501d43d41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80fbe98b7b46ac" /><Relationship Type="http://schemas.openxmlformats.org/officeDocument/2006/relationships/notesMaster" Target="/ppt/notesMasters/notesMaster1.xml" Id="Rf865d39ee80942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095c9f2c25a432d" /><Relationship Type="http://schemas.openxmlformats.org/officeDocument/2006/relationships/notesMaster" Target="/ppt/notesMasters/notesMaster1.xml" Id="R1ec625e72ef0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ec69c32fa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0359e4c934065" /><Relationship Type="http://schemas.openxmlformats.org/officeDocument/2006/relationships/slideLayout" Target="/ppt/slideLayouts/slideLayout1.xml" Id="R4625633ad06a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5633ad06a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5b8b71f5a4056" /><Relationship Type="http://schemas.openxmlformats.org/officeDocument/2006/relationships/notesSlide" Target="/ppt/notesSlides/notesSlide1.xml" Id="Rf56c9f524b8245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731d203454d9e" /><Relationship Type="http://schemas.openxmlformats.org/officeDocument/2006/relationships/notesSlide" Target="/ppt/notesSlides/notesSlide2.xml" Id="R19afa3683af046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03fa40c954aaa" /><Relationship Type="http://schemas.openxmlformats.org/officeDocument/2006/relationships/image" Target="/ppt/media/image.png" Id="Rc09c788bdaa84675" /><Relationship Type="http://schemas.openxmlformats.org/officeDocument/2006/relationships/image" Target="/ppt/media/image2.png" Id="R234aca47d7374154" /><Relationship Type="http://schemas.openxmlformats.org/officeDocument/2006/relationships/notesSlide" Target="/ppt/notesSlides/notesSlide3.xml" Id="Rd7e5c40d324d49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81467425a4c56" /><Relationship Type="http://schemas.openxmlformats.org/officeDocument/2006/relationships/image" Target="/ppt/media/image3.png" Id="R4c0d5da8e9ff48fc" /><Relationship Type="http://schemas.openxmlformats.org/officeDocument/2006/relationships/notesSlide" Target="/ppt/notesSlides/notesSlide4.xml" Id="R554cdcef7a96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70b956c247e1" /><Relationship Type="http://schemas.openxmlformats.org/officeDocument/2006/relationships/image" Target="/ppt/media/image4.png" Id="R9ee0fb455c4c4da0" /><Relationship Type="http://schemas.openxmlformats.org/officeDocument/2006/relationships/image" Target="/ppt/media/image5.png" Id="R844da3ea19384cc1" /><Relationship Type="http://schemas.openxmlformats.org/officeDocument/2006/relationships/notesSlide" Target="/ppt/notesSlides/notesSlide5.xml" Id="R460fade36cc84e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c97b149414763" /><Relationship Type="http://schemas.openxmlformats.org/officeDocument/2006/relationships/image" Target="/ppt/media/image6.png" Id="R11c383a4d1f04e56" /><Relationship Type="http://schemas.openxmlformats.org/officeDocument/2006/relationships/image" Target="/ppt/media/image7.png" Id="Rf94b965dafc34b8a" /><Relationship Type="http://schemas.openxmlformats.org/officeDocument/2006/relationships/notesSlide" Target="/ppt/notesSlides/notesSlide6.xml" Id="R588bb715bc3e42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dca6570694502" /><Relationship Type="http://schemas.openxmlformats.org/officeDocument/2006/relationships/image" Target="/ppt/media/image8.png" Id="R7162a64faa124b27" /><Relationship Type="http://schemas.openxmlformats.org/officeDocument/2006/relationships/image" Target="/ppt/media/image9.png" Id="R4de2c6fd0ba64602" /><Relationship Type="http://schemas.openxmlformats.org/officeDocument/2006/relationships/notesSlide" Target="/ppt/notesSlides/notesSlide7.xml" Id="R2323879cda76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737ef86e44015" /><Relationship Type="http://schemas.openxmlformats.org/officeDocument/2006/relationships/image" Target="/ppt/media/image10.png" Id="Rb051e7ab08334031" /><Relationship Type="http://schemas.openxmlformats.org/officeDocument/2006/relationships/notesSlide" Target="/ppt/notesSlides/notesSlide8.xml" Id="Rb34d4f14e80d49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fae94935645ef" /><Relationship Type="http://schemas.openxmlformats.org/officeDocument/2006/relationships/image" Target="/ppt/media/image11.png" Id="R4968ed3f1ccf4cc4" /><Relationship Type="http://schemas.openxmlformats.org/officeDocument/2006/relationships/notesSlide" Target="/ppt/notesSlides/notesSlide9.xml" Id="R2da122c5e8bf45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6946cc4414ee1" /><Relationship Type="http://schemas.openxmlformats.org/officeDocument/2006/relationships/image" Target="/ppt/media/image12.png" Id="Rdf9820796a7547ef" /><Relationship Type="http://schemas.openxmlformats.org/officeDocument/2006/relationships/image" Target="/ppt/media/image13.png" Id="R4134228467dc4d12" /><Relationship Type="http://schemas.openxmlformats.org/officeDocument/2006/relationships/notesSlide" Target="/ppt/notesSlides/notesSlide10.xml" Id="R5139c7de54ac43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37f9fc9a14a1b" /><Relationship Type="http://schemas.openxmlformats.org/officeDocument/2006/relationships/image" Target="/ppt/media/image14.png" Id="R9dd66fd23f484343" /><Relationship Type="http://schemas.openxmlformats.org/officeDocument/2006/relationships/notesSlide" Target="/ppt/notesSlides/notesSlide11.xml" Id="R977250bba5b343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0d85b75214202" /><Relationship Type="http://schemas.openxmlformats.org/officeDocument/2006/relationships/image" Target="/ppt/media/image15.png" Id="R8e40a64a658c492b" /><Relationship Type="http://schemas.openxmlformats.org/officeDocument/2006/relationships/notesSlide" Target="/ppt/notesSlides/notesSlide12.xml" Id="Rba1072f1b7ee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d2757c707465c" /><Relationship Type="http://schemas.openxmlformats.org/officeDocument/2006/relationships/image" Target="/ppt/media/image16.png" Id="Rc099d4a4574c4b1b" /><Relationship Type="http://schemas.openxmlformats.org/officeDocument/2006/relationships/notesSlide" Target="/ppt/notesSlides/notesSlide13.xml" Id="Rcfd376d5c4a845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0b5095987445e" /><Relationship Type="http://schemas.openxmlformats.org/officeDocument/2006/relationships/notesSlide" Target="/ppt/notesSlides/notesSlide14.xml" Id="R4d0a717981ee4f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d8a532f6e4cf4" /><Relationship Type="http://schemas.openxmlformats.org/officeDocument/2006/relationships/notesSlide" Target="/ppt/notesSlides/notesSlide15.xml" Id="Re9aad5fff96243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0d246c1964f1c" /><Relationship Type="http://schemas.openxmlformats.org/officeDocument/2006/relationships/notesSlide" Target="/ppt/notesSlides/notesSlide16.xml" Id="Rd01c4e95a0ad41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df576f64d4068" /><Relationship Type="http://schemas.openxmlformats.org/officeDocument/2006/relationships/notesSlide" Target="/ppt/notesSlides/notesSlide17.xml" Id="R7b1fd84429ad4d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db0fa15744325" /><Relationship Type="http://schemas.openxmlformats.org/officeDocument/2006/relationships/notesSlide" Target="/ppt/notesSlides/notesSlide18.xml" Id="R52049da8ca004d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4914-2B9F-4424-BF7C-54B2C704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CAC83-B2CB-4DF9-A188-5CD5517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62000"/>
            <a:ext cx="4000500" cy="4762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0F23-58E6-41EA-87B4-84DB582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3150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操作マニュアル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81D8-0355-4C62-968A-D9EF0BC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見つける・選ぶ・安全に整理する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380F7-CA34-4FCA-9798-4BE4ABFF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6F948-4844-4F33-8B98-E0D7F90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対象環境　Windows 10 / 11（64ビット）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更新日　</a:t>
            </a:r>
            <a:r>
              <a: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2026年9月24日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49570-7181-4D6B-84CD-9EF5703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70AE0-69C8-48AC-A5B6-FB98699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61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既定では元ファイルを保持します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整理コピーはコピー側だけを変更します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A5206-0682-483E-9517-4E298E68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Directory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Structure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Generator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04C14-128D-4D97-B56C-3CD9D19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Ver.</a:t>
            </a:r>
            <a:r>
              <a:rPr sz="18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073D2-6641-4DC5-811D-E4A8534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操作マニュアル</a:t>
            </a:r>
          </a:p>
        </p:txBody>
      </p:sp>
    </p:spTree>
    <p:extLst>
      <p:ext uri="{BB962C8B-B14F-4D97-AF65-F5344CB8AC3E}">
        <p14:creationId xmlns:p14="http://schemas.microsoft.com/office/powerpoint/2010/main" val="1863205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BEE54-CD05-4DE2-9427-B564346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66258-B51E-4C28-9670-4DAD39A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このアプリでできること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BFAB3-8ED1-4A18-B7FE-EC4D494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概要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5FE9-8A9A-4BCB-A4B8-90FB61AD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F7C32-CED4-442C-A677-F0F628C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64144-DE3F-4149-A5A8-D372C06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2205-56C7-4678-8236-CBD3BC8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950EC-B85B-4E58-8142-EC60D69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334F0-34CA-472D-B257-F36C11E4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0EC6-BEF1-42A1-8527-98ABB5E6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構成を確認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32D5-9F68-44B1-82E9-946F4EB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TXT・HTML・CSV・JSONで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フォルダー構成を出力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77978-E495-44C2-B2E5-13E212D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50F4-C840-4A09-81AA-6DBA6AB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B281B-0090-465B-BDBE-7787FE67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7819A-43FE-49BB-8957-D49E6493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詳細を調査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31286-4230-4B06-9BBC-5A750416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サイズ・日時・行数・画像や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動画の情報を一覧化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81355-43D5-4F81-8DD8-FDD7A0AC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AD663-7794-4851-833E-6C819DB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754C7-7053-40BB-BBDD-5DE34AD0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02822-E199-4930-93DF-1C6C2EF5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見つける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328AD-8DCC-48F6-9723-EEA753A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検索・分類・ソート・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右クリック操作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5A225-1C85-47F6-92E9-09E00FB6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292D7-E75C-47CD-A2DC-CD5F59B0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D779C-CE4C-4A63-B095-2EF5522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7AE71-F359-4ADC-9B40-A57F5CAC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34883-B444-47AA-AFB7-A5B3EFA6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元データを保持したまま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コピー側を整理・改名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1BFF5-6906-4A71-9E7E-C935575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B064B-509D-4D89-B90F-05A138E0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10801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安全の基本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・通常の走査と詳細解析は読み取り専用です。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・整理コピーは、事前確認した内容だけを指定フォルダーへコピーします。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・元ファイル削除を選んだ場合は、実行前に確認画面を表示します。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298916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04DB1-E3BD-4644-8A82-4B0EE3C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9CE1C-5493-4182-B908-1BB7A60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ダウンロードと初回起動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A0C3B-DBF5-4A43-BF49-D42B876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導入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777AF-1B13-47C2-A672-FC0D367C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80010-E86C-4356-A349-25C6E90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EAAE9-43A7-4382-A423-4D8BAE4B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c788bdaa84675"/>
          <a:stretch xmlns:a="http://schemas.openxmlformats.org/drawingml/2006/main"/>
        </p:blipFill>
        <p:spPr>
          <a:xfrm xmlns:a="http://schemas.openxmlformats.org/drawingml/2006/main">
            <a:off x="704513" y="1381125"/>
            <a:ext cx="3448723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aca47d7374154"/>
          <a:stretch xmlns:a="http://schemas.openxmlformats.org/drawingml/2006/main"/>
        </p:blipFill>
        <p:spPr>
          <a:xfrm xmlns:a="http://schemas.openxmlformats.org/drawingml/2006/main">
            <a:off x="4469087" y="1381125"/>
            <a:ext cx="3444325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71977-5BDB-45AB-8998-0C53DBF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591D8-117D-4877-AA26-45F0719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9E6B3-0CB5-411D-9B17-81FCD8E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382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GitHubのReleasesから最新版ZIPをダウンロード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FB87F-E12C-4148-B4C4-E1D5058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01864-6C6C-4625-B4F2-5695849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B27F0-F36A-451D-8A82-59190F4B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384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ZIPを展開し、START_APP.batまたはEXEを起動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A0E26-E19B-48B0-B1DF-AC3992EB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2DA12-F8D2-4BC1-8BC5-E3924381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AC676-6EE4-41CA-850B-BB7A7A4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385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SmartScreenが出たら発行元と配布元を確認して実行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2C8D8-C09C-4294-9F07-7D97F71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715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6AFFB-8DC7-4895-BA5C-B67942E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372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Windowsの警告表示は、未署名の個人配布アプリで表示される場合があります。GitHubの公式リリースから取得したファイルか確認してください。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31208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98A0D-C078-4BA5-BC75-4F89858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CF078-97A8-43D0-9644-7DD4412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メイン画面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A89D3-9562-46FA-954E-BD62E37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6A26F-3A72-4DAA-9BD2-8517DCCC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91ECD-E9E9-4F20-8762-569C142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8C3A5-C1E8-4724-AB16-EBC8536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d5da8e9ff48fc"/>
          <a:stretch xmlns:a="http://schemas.openxmlformats.org/drawingml/2006/main"/>
        </p:blipFill>
        <p:spPr>
          <a:xfrm xmlns:a="http://schemas.openxmlformats.org/drawingml/2006/main">
            <a:off x="523875" y="1350375"/>
            <a:ext cx="8096250" cy="434775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A784E-E01F-465A-82F7-94B755C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D8C67-790C-4A7D-AF82-B204490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4BF13-1CEB-4551-A2D3-FEA750B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906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対象フォルダーと出力先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16B1E-4E3D-4CAF-A21E-7AEF31D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236A4-8848-4C2E-9C26-22FC5BA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A1E94-9869-4859-98E1-352FF30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66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フィルターとプリセット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E58E3-A516-4DF4-877E-E51AE31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50D2-5BF0-4586-A2BC-7F4068B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68B0-5FA2-4154-9E22-3A77217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出力形式と実行ボタン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071EF-FF94-4ECD-AB9D-07A6F62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EB311-C161-4618-AEE4-081F801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342CC-8C71-49BA-A53B-DDB23E4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プレビューと進捗</a:t>
            </a:r>
          </a:p>
        </p:txBody>
      </p:sp>
    </p:spTree>
    <p:extLst>
      <p:ext uri="{BB962C8B-B14F-4D97-AF65-F5344CB8AC3E}">
        <p14:creationId xmlns:p14="http://schemas.microsoft.com/office/powerpoint/2010/main" val="2131146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A41CD-BF8B-42C5-BBF4-7573566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1A45D-4B20-4D49-B250-A385AC3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フォルダー選択とフィルター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59DB-E6E7-4D67-8EE0-78828B6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1EA9F-1FE2-433D-AC18-7207CF76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A0FFF-E93E-4712-9EAE-31A164E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9F798-566D-42ED-9F06-3A09646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0fb455c4c4da0"/>
          <a:stretch xmlns:a="http://schemas.openxmlformats.org/drawingml/2006/main"/>
        </p:blipFill>
        <p:spPr>
          <a:xfrm xmlns:a="http://schemas.openxmlformats.org/drawingml/2006/main">
            <a:off x="523875" y="1898516"/>
            <a:ext cx="6191250" cy="489218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da3ea19384cc1"/>
          <a:stretch xmlns:a="http://schemas.openxmlformats.org/drawingml/2006/main"/>
        </p:blipFill>
        <p:spPr>
          <a:xfrm xmlns:a="http://schemas.openxmlformats.org/drawingml/2006/main">
            <a:off x="7000875" y="1557800"/>
            <a:ext cx="4476750" cy="2885149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C2A0B-A760-4435-9A46-B0F7733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619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344C2-A846-4AFF-9BF7-2726238D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584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対象フォルダーと出力先は、参照ボタンで選ぶほか、エクスプローラーから入力欄へドラッグ＆ドロップできます。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030DB-1EF8-4C06-B62F-F212D77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619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847B7-7783-448E-8EAB-BFEC0A4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72000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Ver.</a:t>
            </a: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2.9.0</a:t>
            </a: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ではフィルター欄を広げ、画面が小さい場合も縦スクロールで全項目を確認できます。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63583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4AC97-D77F-4E8F-A5F3-FFA7CB0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73140-0A9E-4B29-91D5-D41ECD28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プレビュー走査と構成ファイル生成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51581-F5D9-4B5B-BA69-05DFF60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4D5C-2D88-419C-BE73-D4A3CF9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007D7-85C4-415F-A518-9958AC4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93062-D2CF-4DCB-B188-59E0550B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383a4d1f04e56"/>
          <a:stretch xmlns:a="http://schemas.openxmlformats.org/drawingml/2006/main"/>
        </p:blipFill>
        <p:spPr>
          <a:xfrm xmlns:a="http://schemas.openxmlformats.org/drawingml/2006/main">
            <a:off x="1102726" y="1333500"/>
            <a:ext cx="4176298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b965dafc34b8a"/>
          <a:stretch xmlns:a="http://schemas.openxmlformats.org/drawingml/2006/main"/>
        </p:blipFill>
        <p:spPr>
          <a:xfrm xmlns:a="http://schemas.openxmlformats.org/drawingml/2006/main">
            <a:off x="1432999" y="3000375"/>
            <a:ext cx="5420751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BF036-6CD9-45CB-BC6D-0B24FDF9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063F-13D8-4411-8D7B-684B942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67754-6A0A-4780-824C-9CE5323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430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出力形式を選択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7C263-F86C-488A-BFE5-41BA2C71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45679-CFFF-4A4D-B987-8298260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20FE-A9D1-4E6D-A747-1F7F95D7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479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プレビュー走査で内容を確認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D700-88A5-43B6-82EE-A08BD202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8E698-A55A-4791-83C7-4A8028B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87C92-0879-462A-BDA2-9EE364A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527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構成ファイルを生成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0544E-2A69-4966-A1E4-D0AF7DA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2FD48-CF67-4EF3-BA2D-0EB814E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89743-2C40-4302-868C-BD50A0FA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576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プレビュー内検索とコピーも利用可能</a:t>
            </a:r>
          </a:p>
        </p:txBody>
      </p:sp>
    </p:spTree>
    <p:extLst>
      <p:ext uri="{BB962C8B-B14F-4D97-AF65-F5344CB8AC3E}">
        <p14:creationId xmlns:p14="http://schemas.microsoft.com/office/powerpoint/2010/main" val="179331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E97A6-3FBE-4612-82CC-CEF23E0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5AB1-382B-4220-973F-F136350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設定プリセットの使い分け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2C501-B64D-422E-9EE4-7B7477C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プリセット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F6D38-83A6-48E1-AD99-8FC6A1A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3C07-8F3B-4209-8538-695FFB9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E1BA5-88EA-4900-808C-8810A18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2a64faa124b27"/>
          <a:stretch xmlns:a="http://schemas.openxmlformats.org/drawingml/2006/main"/>
        </p:blipFill>
        <p:spPr>
          <a:xfrm xmlns:a="http://schemas.openxmlformats.org/drawingml/2006/main">
            <a:off x="619125" y="1417443"/>
            <a:ext cx="5143500" cy="1165613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2c6fd0ba64602"/>
          <a:stretch xmlns:a="http://schemas.openxmlformats.org/drawingml/2006/main"/>
        </p:blipFill>
        <p:spPr>
          <a:xfrm xmlns:a="http://schemas.openxmlformats.org/drawingml/2006/main">
            <a:off x="6048375" y="1950877"/>
            <a:ext cx="5429250" cy="1146496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99F3B-8A30-4167-8680-7A45AD0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DE104-AC1C-4FAC-8DAB-5E4AAF6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適用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選択したプリセットを画面へ反映します。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90F73-1250-4244-87C7-F1D5C38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ED9EC-7060-4CA2-8DF6-1E174F1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現在の設定で更新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ユーザープリセットを確認後に上書きします。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03ED7-C7EF-4D53-8D61-F97C33EC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13FDA-AA40-4648-B352-C7689CE3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3850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管理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基本・クイック表示・順番・メモ・CSVを管理します。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26F41-0536-453E-9A7B-78C93D5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基本プリセットは1件、クイック表示は基本を含めて最大5件です。</a:t>
            </a:r>
          </a:p>
        </p:txBody>
      </p:sp>
    </p:spTree>
    <p:extLst>
      <p:ext uri="{BB962C8B-B14F-4D97-AF65-F5344CB8AC3E}">
        <p14:creationId xmlns:p14="http://schemas.microsoft.com/office/powerpoint/2010/main" val="84787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0B99E-E32F-4E51-B007-0A0396E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925DF-9463-4CF8-AA23-5B5828CC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プリセット管理とCSV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6D37B-A258-45A4-B652-7DF2844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プリセット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8D5BF-6911-4868-8AFD-D61DFFC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8D753-52FA-4BFE-A8C3-E8B4BA1D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89B81-04D7-4D27-8C5D-B67E075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8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1e7ab08334031"/>
          <a:stretch xmlns:a="http://schemas.openxmlformats.org/drawingml/2006/main"/>
        </p:blipFill>
        <p:spPr>
          <a:xfrm xmlns:a="http://schemas.openxmlformats.org/drawingml/2006/main">
            <a:off x="571500" y="1267553"/>
            <a:ext cx="6858000" cy="460864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675D7-D2FB-46C4-BB14-B1E8C437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591F8-88B0-45FD-A961-703C50B1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BAA7-C1AF-4756-8BFC-8E1E033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430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基本にするプリセットを1件選択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3A2BE-4474-45BA-8D55-F3A1D3F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8B5D8-22C4-42EF-8FE1-4436DA88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1107-8186-4233-80C3-A64477F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193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クイック表示と順番を設定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04111-A982-4412-A34C-BD4EE819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1B3F2-EB34-43E0-BBA0-D2410E6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33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FA03B-F467-49A2-A3AB-DD4B328E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956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用途をメモ欄へ記録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39859-011D-4F69-AB91-CA481E8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968D5-1F93-43C8-A218-1AEDF13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609A9-0997-445D-A859-D7689CD8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719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CSVへ書き出し・読み込み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540A5-437A-43A7-BF06-7879CA3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00625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7937-A2E5-4E09-844D-84BF607A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95875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除外フォルダー、除外拡張子、対象拡張子、最大階層などもプリセットに保存されます。重複した除外値は整理して保持します。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6392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8A760-550D-42FC-9A32-575A5C6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985AE-D93F-48B2-AE6E-94C86A8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ファイル詳細の解析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D2135-9F72-40A0-A679-6285BD5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ファイル詳細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E590-E995-4D61-9EA3-9141ECF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34C5C-A16C-4E7B-9620-713D082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A4487-2ECC-443E-B347-475D64A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9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ed3f1ccf4cc4"/>
          <a:stretch xmlns:a="http://schemas.openxmlformats.org/drawingml/2006/main"/>
        </p:blipFill>
        <p:spPr>
          <a:xfrm xmlns:a="http://schemas.openxmlformats.org/drawingml/2006/main">
            <a:off x="735362" y="1238250"/>
            <a:ext cx="7673275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B5A16-3FBD-4992-922C-7CB6153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615B-6F8D-4B35-9B6C-3918F20E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4C3F2-0330-47AA-9C9F-E9F19A0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430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必要な詳細項目を選択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4A13B-B37D-4433-98E0-0FEDF7B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9EB04-3340-4768-9120-A943D6E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21A5B-630D-4BF6-AC8B-A1C99243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詳細を解析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4400B-411A-4184-B977-F9560A8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6F4D6-51AA-4602-99AC-C8DCA2A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D3D84-5D33-456E-8361-4771E72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527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検索・種別ボタンで絞り込み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05EB-3F50-4D6C-A247-C9DDA6C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1E280-FE45-4A3D-A460-9C98E48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F2D4F-9B37-4108-9406-0E6A4D4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576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CSVまたはJSONで保存</a:t>
            </a:r>
          </a:p>
        </p:txBody>
      </p:sp>
    </p:spTree>
    <p:extLst>
      <p:ext uri="{BB962C8B-B14F-4D97-AF65-F5344CB8AC3E}">
        <p14:creationId xmlns:p14="http://schemas.microsoft.com/office/powerpoint/2010/main" val="836215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85E38-337A-44BD-A88C-30B66A6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F5EF2-6C33-4E31-9485-13F5BEE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列の並べ替え・絞り込み・右クリック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52271-8A99-4F0A-99E7-C2DFFE0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ファイル詳細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E6CA-0EA3-4272-89CE-0D8367A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36410-5204-445F-A39B-DAEE47A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E553-0AFC-4CDD-8BAD-817F9896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10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820796a7547ef"/>
          <a:stretch xmlns:a="http://schemas.openxmlformats.org/drawingml/2006/main"/>
        </p:blipFill>
        <p:spPr>
          <a:xfrm xmlns:a="http://schemas.openxmlformats.org/drawingml/2006/main">
            <a:off x="703289" y="1238250"/>
            <a:ext cx="4689422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4228467dc4d12"/>
          <a:stretch xmlns:a="http://schemas.openxmlformats.org/drawingml/2006/main"/>
        </p:blipFill>
        <p:spPr>
          <a:xfrm xmlns:a="http://schemas.openxmlformats.org/drawingml/2006/main">
            <a:off x="5857875" y="2203540"/>
            <a:ext cx="2524125" cy="2546170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778B1-FE13-4157-995B-7352C2D5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C6052-698E-49E6-88EA-D2048889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46CFA-1D0E-4575-9CB3-BAB1448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4302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列見出しをクリックして昇順・降順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901E-A92E-4ADA-9BE5-FC4017F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45FCB-5DB6-4262-B513-5BD10E2E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E3E89-60C3-4085-9834-CE2073C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検索欄と種別ボタンで絞り込み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5F7C4-ECC8-4A64-A701-10D3474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D6FFA-57F3-492F-96C0-53636D0C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ABFA1-9881-4F75-81DF-10BCC67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527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右クリックで開く・場所を開く・選択操作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4E9E-BC06-4FC1-8B90-EC96D01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B69E2-F1BD-45F3-95FF-DAB6672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3B1B5-E236-46F7-994A-546F6D62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列境界をドラッグして表示幅を調整</a:t>
            </a:r>
          </a:p>
        </p:txBody>
      </p:sp>
    </p:spTree>
    <p:extLst>
      <p:ext uri="{BB962C8B-B14F-4D97-AF65-F5344CB8AC3E}">
        <p14:creationId xmlns:p14="http://schemas.microsoft.com/office/powerpoint/2010/main" val="1910731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782D9-C42B-4FDC-BACA-D84E33AD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1745-9AFD-4582-B7D2-CDCBFD85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画像・動画・音声のプレビュー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209FF-F3B4-4895-BB08-ADD0572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メディア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5CD8C-9F7E-41D8-983C-B9576656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7967-9FA2-4DB8-96D5-AE54562D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7AD64-E1B2-4D0F-934C-4926C932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66fd23f484343"/>
          <a:stretch xmlns:a="http://schemas.openxmlformats.org/drawingml/2006/main"/>
        </p:blipFill>
        <p:spPr>
          <a:xfrm xmlns:a="http://schemas.openxmlformats.org/drawingml/2006/main">
            <a:off x="740905" y="1238250"/>
            <a:ext cx="7709815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34AF8-DCFD-4B67-96A0-32DCECD8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083D8-02D5-4839-BAD6-00EAFCC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D1BBC-1264-4A0C-AA74-92F1413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3430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一覧からファイルを選択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DE46F-2C13-4D77-9081-A0841F73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8C7D2-41EF-4190-99AF-B20B5EC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4E1C8-5D40-4452-8307-20EC2FC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479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右側でサムネイルと基本情報を確認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1CC8C-6E3A-4E5B-AE67-FC56F83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4F25B-ECE0-4F2C-A2D3-E1FD21E2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C50EE-0000-4BB0-8FCE-3EB2E923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5277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動画と音声は再生情報を確認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C5A4C-CAC5-4B8F-A426-78FE807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F5200-6467-4B7A-9608-25841848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92B19-5FD2-4EB0-8ED9-52771D26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05765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元ファイルを開く・保存場所を開く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E2E1A-B117-4D49-BFFF-9814163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435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F1AE7-2254-4776-A6C2-4CFCC11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387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HEICなど環境依存の形式は、Windows側のコーデックや別の変換アプリが必要になる場合があります。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817941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0CED7-C55B-4ED1-81CE-D1063CE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9E004-CF2A-4A38-B110-5208EECA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整理コピーの流れ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248C-C871-4613-AB31-FCF7CDC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27D5A-7433-48D2-9563-66A48DB2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BB837-4B47-445C-A3F4-82135076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1916-1011-405F-AEA3-2D44762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0a64a658c492b"/>
          <a:stretch xmlns:a="http://schemas.openxmlformats.org/drawingml/2006/main"/>
        </p:blipFill>
        <p:spPr>
          <a:xfrm xmlns:a="http://schemas.openxmlformats.org/drawingml/2006/main">
            <a:off x="523875" y="1319032"/>
            <a:ext cx="7524750" cy="450568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F24BC-56A6-4967-8913-FBE844E0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DB67-4F63-45F4-9198-78DEF7A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FADE-33B5-499D-AB77-BED4698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34302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ファイル詳細でコピー対象を選択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8EBF3-045B-4DD4-B9A0-16A5840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472AC-E0AA-4AFB-90DA-C1DA78F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E600D-26AA-4D10-A375-A878727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整理コピーでコピー先と命名方法を選択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E4DA8-AF8A-4503-8E63-A3DC12CC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56F37-7B47-4D33-AEDA-C5650BC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6ADF7-2579-4212-8CFF-D55B0F3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527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コピー内容を事前確認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25557-36F8-46CD-A888-727ED5B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0CDFD-6FFE-47BA-ADC9-5A0BE37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144BF-1DBB-4BAE-8455-B8F30B78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576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確認した内容で実行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BA8DA-2897-495A-8B2E-3038046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958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F5A8A-8948-4780-B282-D61A4F1C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91125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「元のサブフォルダー構成を維持する」がオンの場合、選択元のフォルダー構成もコピー先へ再現します。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16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17A5C-465F-4182-98DE-ABF0E4F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FC6D-67E9-4504-9B7E-4F9E428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ファイル名と拡張子の編集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F48AE-3189-4E91-B19A-65CACFFB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BE6EE-EB9A-497A-9A80-B46B29B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47655-E85A-4DA7-B342-32B4BAE8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7DE7F-FEA6-4B46-A653-19E5B9A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9d4a4574c4b1b"/>
          <a:stretch xmlns:a="http://schemas.openxmlformats.org/drawingml/2006/main"/>
        </p:blipFill>
        <p:spPr>
          <a:xfrm xmlns:a="http://schemas.openxmlformats.org/drawingml/2006/main">
            <a:off x="523875" y="1277882"/>
            <a:ext cx="6858000" cy="458798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3674A-65D0-42B3-B3A0-A3B2BC3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A8182-9138-47AA-AA25-D5E4FA8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2C313-FBBA-4565-BFD7-A05B91EC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430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新しいファイル名は拡張子を除いて編集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6BCB8-18F5-46E5-A394-EDEB0AE4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AEFB-0754-486E-AD1D-AACF9565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8A7EA-4BD2-4475-A839-EB5F467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拡張子は候補リストから選択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2B85-D288-481C-8D44-F45552B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2E33C-92D2-49D2-B5FF-C773ACD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33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56714-6B0B-4072-B2C1-68E18BC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手入力した拡張子は候補へ追加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33B0D-7FA5-4F18-A997-EEE5142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1C8A-59E0-4F93-A15D-535DA2F4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8D1A5-0DFE-4ED4-BDED-763F2BD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719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拡張子変更時は警告を確認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3D274-EDC8-4EAA-B279-763DF3A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619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B9A4B-AAB7-4CB1-92E9-B1AAB111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91125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拡張子名を変えても、ファイル内容の形式は変換されません。例：PNGをJPGへ変更しても画像変換にはなりません。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409794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3860D-7712-402B-A288-59FE2694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25ABA-8943-4252-B560-0409495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元ファイルの扱いと削除確認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9E323-6517-440C-AC2E-837A62E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安全確認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8897-7522-4A9C-95D4-2BDD983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E339D-8405-4692-A27E-BE3F26D6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A2280-47A3-49B3-A8BD-7259095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E9F8-67BF-4DC9-986D-CEBF81A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095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1B085-998A-40F2-B3B6-71EE21B9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4752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元ファイルを保持する（推奨）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コピー側だけを整理します。元データは変更・削除しません。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B5215-12E7-4BF0-849D-FDBE7F83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095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2BA42-2CDE-4D33-B786-194FD03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71625"/>
            <a:ext cx="4752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コピー成功後に元ファイルを削除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コピー先とのサイズ一致を確認したファイルだけを削除します。実行前に最終確認を表示します。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7B34-7380-4373-B5A9-6FC7607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A7FD-B173-4E28-A995-97A26DE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7CF94-58EF-4BC6-8CCC-1F75202E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2427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コピー先が対象フォルダー内の場合は実行不可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81E21-F621-452D-80C1-71B485A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C2C04-4218-4D97-852B-CE700E2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EC36-73B3-4AFC-8D3C-9D9A93D2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1482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拡張子変更を検出したら警告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1830B-A823-4464-8805-4C771768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4972C-82F0-4291-BE32-9CE1E50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12B3-AA32-4391-B9F2-6A48135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0537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大量件数では追加確認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31959-C04F-451C-8B78-D4FE872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4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D5EB6-5F70-42E4-AF45-6EB9BA1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4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BBFB3-ADDA-4ECC-B013-8AB9066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592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結果をコピー先のCSVログへ記録</a:t>
            </a:r>
          </a:p>
        </p:txBody>
      </p:sp>
    </p:spTree>
    <p:extLst>
      <p:ext uri="{BB962C8B-B14F-4D97-AF65-F5344CB8AC3E}">
        <p14:creationId xmlns:p14="http://schemas.microsoft.com/office/powerpoint/2010/main" val="12938940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1CEA7-8C31-4AAB-9636-564D00E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FDB30-CD46-43AA-A8DD-A3F825F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取得できる情報と注意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33EAF-D677-4016-8CB3-3C397526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詳細情報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BA7C-FDAD-42A8-8FC9-94A3D01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3087-F9D9-4FEF-BFAD-6F7C317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D23A-EE12-477C-9E78-7E9B32F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756CF-8056-4BC2-A6BF-7C8606B1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0C6E4-FC29-41C4-BFF5-F4CBC80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一般ファイル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F31B-C803-4450-95A0-68372B0A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サイズ・更新日時・作成日時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テキストやコードの行数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アクセス権・読み取り専用属性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51DBE-EA36-4E6A-BEAA-730840E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67BD7-7CEA-4C5D-BB54-47F9246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画像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D67D2-0662-4A38-9A53-4DEDB32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形式・解像度・縦横比・色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Exif撮影日時・カメラ・GPS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サムネイル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38F9D-28EC-4E28-8F15-B278178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D5D66-9E2B-4857-BA9D-D9CF263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動画・音声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9FE7B-4C36-46D8-A0D2-73B04341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長さ・FPS・コーデック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ビットレート・チャンネル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プレビューとメタデータ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FA647-4E4F-4B6B-B183-26EAB4B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1001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3C14-4BB8-43E3-8E2E-B2430D9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1065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個人情報に注意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ExifやGPSには撮影場所などが含まれることがあります。共有前に必要性を確認してください。オンラインのみのクラウドファイルは、端末へ取得してから解析してください。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08579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10634-76DF-4674-9025-AC66DB1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47167-E6ED-4AA8-A5EF-09BFE34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入手先・共同改良・困ったとき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5C105-79C5-4C52-8A04-F55AF84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補足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8F79-FC14-450D-97BD-4DB8317F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89F69-77FB-4A9D-B6CC-3E8234E7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</a:t>
            </a: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FAD9B-7D22-4C01-B77F-F0E1A4A6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79B0-EDD9-460A-8B58-60D35CA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095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28C2-2107-47F3-B477-306078E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47529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GitHub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・最新版：Releases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・不具合報告：Issues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・共同改良：Fork、ブランチ、Pull Request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・ライセンス：MIT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54ED1-B3DC-4FFC-9D86-4DA1EFE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81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6A93-19F5-4BF7-ADD8-C9BE65C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0387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よくある確認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・処理前に対象件数とコピー先を確認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・元データを残す場合は「保持」を選択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・クラウドのオンライン専用ファイルは先に取得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・設定はプリセットとCSVで再利用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26D9A-8FCE-4028-9C53-AA2F658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95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0F1C-ADA0-4EE9-B2C2-9322276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29125"/>
            <a:ext cx="10610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本ソフトウェアは無保証で提供されます。重要なデータはバックアップを用意し、少量のファイルで動作を確認してから使用してください。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9587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35800-A049-473E-A95F-CA0D3EEE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FB6D3-CC6F-4AEA-B4C7-7B0F747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101828"/>
                </a:solidFill>
                <a:latin typeface="BIZ UDGothic"/>
                <a:ea typeface="BIZ UDGothic"/>
                <a:cs typeface="BIZ UDGothic"/>
              </a:rPr>
              <a:t>整理コピー結果の確認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890FE-69E9-473C-BA31-4E47054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1">
                <a:solidFill>
                  <a:srgbClr val="2563EB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02DA6-D9FA-4E3F-8D8A-B478C753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774FC-3CF0-443F-B2E6-84EBE61F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BIZ UDGothic"/>
                <a:ea typeface="BIZ UDGothic"/>
                <a:cs typeface="BIZ UDGothic"/>
              </a:defRPr>
            </a:pPr>
            <a:r>
              <a:rPr sz="900">
                <a:solidFill>
                  <a:srgbClr val="667085"/>
                </a:solidFill>
                <a:latin typeface="BIZ UDGothic"/>
                <a:ea typeface="BIZ UDGothic"/>
                <a:cs typeface="BIZ UDGothic"/>
              </a:rPr>
              <a:t>Directory Structure Generator Ver.2.9.0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B37B2-9734-4DE6-AF05-6C799F4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BIZ UDGothic"/>
                <a:ea typeface="BIZ UDGothic"/>
                <a:cs typeface="BIZ UDGothic"/>
              </a:defRPr>
            </a:pPr>
            <a:r>
              <a:rPr sz="975">
                <a:solidFill>
                  <a:srgbClr val="667085"/>
                </a:solidFill>
                <a:latin typeface="BIZ UDGothic"/>
                <a:ea typeface="BIZ UDGothic"/>
                <a:cs typeface="BIZ UD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1B771-A251-4622-8B00-2A80B2D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4213D"/>
                </a:solidFill>
                <a:latin typeface="BIZ UDGothic"/>
                <a:ea typeface="BIZ UDGothic"/>
                <a:cs typeface="BIZ UDGothic"/>
              </a:rPr>
              <a:t>整理コピーが終わると、保存先と件数を完了画面と「前回の整理結果」で確認できます。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53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8001000"/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表示・ボタン</a:t>
                      </a:r>
                    </a:p>
                  </a:txBody>
                  <a:tcPr marL="114300" marR="114300" marT="76200" marB="762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確認できること</a:t>
                      </a:r>
                    </a:p>
                  </a:txBody>
                  <a:tcPr marL="114300" marR="114300" marT="76200" marB="76200">
                    <a:solidFill>
                      <a:srgbClr val="2563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完了件数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成功、スキップ、失敗、未実行の件数</a:t>
                      </a:r>
                    </a:p>
                  </a:txBody>
                  <a:tcPr marL="114300" marR="114300" marT="76200" marB="7620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結果CSVを開く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コピー先の結果CSVをExcelなどの既定アプリで開く</a:t>
                      </a:r>
                    </a:p>
                  </a:txBody>
                  <a:tcPr marL="114300" marR="114300" marT="76200" marB="7620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保存先を開く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今回指定したコピー先フォルダーを開く</a:t>
                      </a:r>
                    </a:p>
                  </a:txBody>
                  <a:tcPr marL="114300" marR="114300" marT="76200" marB="7620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保存後ファイルを表示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一覧で選択した成功ファイルをExplorerで表示する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5987F-7E62-428E-96B8-11D3A226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054"/>
                </a:solidFill>
                <a:latin typeface="BIZ UDGothic"/>
                <a:ea typeface="BIZ UDGothic"/>
                <a:cs typeface="BIZ UDGothic"/>
              </a:defRPr>
            </a:pPr>
            <a:r>
              <a:rPr sz="1350">
                <a:solidFill>
                  <a:srgbClr val="344054"/>
                </a:solidFill>
                <a:latin typeface="BIZ UDGothic"/>
                <a:ea typeface="BIZ UDGothic"/>
                <a:cs typeface="BIZ UDGothic"/>
              </a:rPr>
              <a:t>中止した場合も、完了済みと未実行の結果をCSVへ記録します。結果ボタンはCSV生成後に利用できます。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312726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6AB4A-73A2-44E2-A3E0-48ED6EC6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A1F09-16A1-4B61-B3F0-227805CD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828"/>
                </a:solidFill>
                <a:latin typeface="BIZ UDGothic"/>
                <a:ea typeface="BIZ UDGothic"/>
                <a:cs typeface="BIZ UDGothic"/>
              </a:defRPr>
            </a:pPr>
            <a:r>
              <a:rPr sz="2250" b="1">
                <a:solidFill>
                  <a:srgbClr val="101828"/>
                </a:solidFill>
                <a:latin typeface="BIZ UDGothic"/>
                <a:ea typeface="BIZ UDGothic"/>
                <a:cs typeface="BIZ UDGothic"/>
              </a:rPr>
              <a:t>Excel用コピー結果CSV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15C8E-FF04-403D-B521-D0475D54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BIZ UDGothic"/>
                <a:ea typeface="BIZ UDGothic"/>
                <a:cs typeface="BIZ UDGothic"/>
              </a:defRPr>
            </a:pPr>
            <a:r>
              <a:rPr sz="1125" b="1">
                <a:solidFill>
                  <a:srgbClr val="2563EB"/>
                </a:solidFill>
                <a:latin typeface="BIZ UDGothic"/>
                <a:ea typeface="BIZ UDGothic"/>
                <a:cs typeface="BIZ UDGothic"/>
              </a:rPr>
              <a:t>結果確認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36E4-DCBD-43B6-9C8A-AF5E53A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9E87-7C57-4053-B34E-477D74A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BIZ UDGothic"/>
                <a:ea typeface="BIZ UDGothic"/>
                <a:cs typeface="BIZ UDGothic"/>
              </a:defRPr>
            </a:pPr>
            <a:r>
              <a:rPr sz="900">
                <a:solidFill>
                  <a:srgbClr val="667085"/>
                </a:solidFill>
                <a:latin typeface="BIZ UDGothic"/>
                <a:ea typeface="BIZ UDGothic"/>
                <a:cs typeface="BIZ UDGothic"/>
              </a:rPr>
              <a:t>Directory Structure Generator Ver.2.9.0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F5758-142F-4855-BBD6-E9AE16E4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BIZ UDGothic"/>
                <a:ea typeface="BIZ UDGothic"/>
                <a:cs typeface="BIZ UDGothic"/>
              </a:defRPr>
            </a:pPr>
            <a:r>
              <a:rPr sz="975">
                <a:solidFill>
                  <a:srgbClr val="667085"/>
                </a:solidFill>
                <a:latin typeface="BIZ UDGothic"/>
                <a:ea typeface="BIZ UDGothic"/>
                <a:cs typeface="BIZ UD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28932-0D2A-44F0-9F0C-18F948F3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4213D"/>
                </a:solidFill>
                <a:latin typeface="BIZ UDGothic"/>
                <a:ea typeface="BIZ UDGothic"/>
                <a:cs typeface="BIZ UDGothic"/>
              </a:rPr>
              <a:t>コピー先の _DirectoryStructureGenerator_copy_log.csv には、次の情報を追記します。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19125" y="1857375"/>
          <a:ext xmlns:a="http://schemas.openxmlformats.org/drawingml/2006/main" cx="1095375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762500"/>
                <a:gridCol w="3714750"/>
              </a:tblGrid>
              <a:tr h="67865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分類</a:t>
                      </a:r>
                    </a:p>
                  </a:txBody>
                  <a:tcPr marL="114300" marR="114300" marT="76200" marB="762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主な記録内容</a:t>
                      </a:r>
                    </a:p>
                  </a:txBody>
                  <a:tcPr marL="114300" marR="114300" marT="76200" marB="762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利用方法</a:t>
                      </a:r>
                    </a:p>
                  </a:txBody>
                  <a:tcPr marL="114300" marR="114300" marT="76200" marB="76200">
                    <a:solidFill>
                      <a:srgbClr val="2563EB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処理結果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実行ID、日時、成功・失敗・スキップ・中止、エラー分類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実行単位と失敗理由を確認</a:t>
                      </a:r>
                    </a:p>
                  </a:txBody>
                  <a:tcPr marL="114300" marR="114300" marT="76200" marB="7620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ファイル情報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元と保存後の名前・フォルダー・フルパス・サイズ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どこへ保存されたか確認</a:t>
                      </a:r>
                    </a:p>
                  </a:txBody>
                  <a:tcPr marL="114300" marR="114300" marT="76200" marB="7620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開く情報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Excel用リンク、保存先URI、保存後ファイルURI</a:t>
                      </a:r>
                    </a:p>
                  </a:txBody>
                  <a:tcPr marL="114300" marR="114300" marT="76200" marB="762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13D"/>
                          </a:solidFill>
                          <a:latin typeface="BIZ UDGothic"/>
                          <a:ea typeface="BIZ UDGothic"/>
                          <a:cs typeface="BIZ UDGothic"/>
                        </a:rPr>
                        <a:t>Excelから保存先やファイルを開く</a:t>
                      </a:r>
                    </a:p>
                  </a:txBody>
                  <a:tcPr marL="114300" marR="114300" marT="76200" marB="7620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FCEAC-B065-4A5B-834A-BF0CA5C7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054"/>
                </a:solidFill>
                <a:latin typeface="BIZ UDGothic"/>
                <a:ea typeface="BIZ UDGothic"/>
                <a:cs typeface="BIZ UDGothic"/>
              </a:defRPr>
            </a:pPr>
            <a:r>
              <a:rPr sz="1350">
                <a:solidFill>
                  <a:srgbClr val="344054"/>
                </a:solidFill>
                <a:latin typeface="BIZ UDGothic"/>
                <a:ea typeface="BIZ UDGothic"/>
                <a:cs typeface="BIZ UDGothic"/>
              </a:rPr>
              <a:t>CSVはUTF-8 BOM・CRLF形式で、見出しを重複させずに追記します。旧5列CSVがある場合は、日時付きのlegacyファイルへ退避します。コピー先には「保存先を開く.url」も作成します。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627154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2026-09-24T12:26:03.5220000Z</dcterms:created>
  <dcterms:modified xsi:type="dcterms:W3CDTF">2026-09-24T12:26:03.5220000Z</dcterms:modified>
</coreProperties>
</file>